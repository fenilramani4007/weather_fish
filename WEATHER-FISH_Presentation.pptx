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5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5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6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8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2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726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18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295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02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67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4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9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WEATHER-FISH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AI-Driven Adaptive Weather Narration System</a:t>
            </a:r>
          </a:p>
          <a:p>
            <a:r>
              <a:t>OTH Amberg-Weiden  |  Summer Semester 2026</a:t>
            </a:r>
          </a:p>
          <a:p>
            <a:r>
              <a:t>Fenil Ramani  |  Prasad Rajyguru  |  Shubham Kushwaha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WEATHER-FISH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Converts a German postal code into AI-narrated audio weather reports</a:t>
            </a:r>
          </a:p>
          <a:p>
            <a:r>
              <a:t>Three AI Presenter Personas: Fisch (playful) · Merkel (formal) · Haftbefehl (street-rap)</a:t>
            </a:r>
          </a:p>
          <a:p>
            <a:r>
              <a:t>Bilingual Output: German AND English reports generated simultaneously</a:t>
            </a:r>
          </a:p>
          <a:p>
            <a:r>
              <a:t>Google Gemini writes context-aware, character-specific weather scripts</a:t>
            </a:r>
          </a:p>
          <a:p>
            <a:r>
              <a:t>Microsoft Edge-TTS converts text to natural neural-voice MP3 audio</a:t>
            </a:r>
          </a:p>
          <a:p>
            <a:r>
              <a:t>Live deployment on HuggingFace Spaces — publicly 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—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Step 1 — Postal Code input from user or hourly scheduler</a:t>
            </a:r>
          </a:p>
          <a:p>
            <a:r>
              <a:t>Step 2 — Geocoding via OpenWeather Geo API → latitude, longitude</a:t>
            </a:r>
          </a:p>
          <a:p>
            <a:r>
              <a:t>Step 3 — Fetch current + 5-day weather forecast (OpenWeather API)</a:t>
            </a:r>
          </a:p>
          <a:p>
            <a:r>
              <a:t>Step 4 — Context Engine: severity, time-of-day, tone, highlights</a:t>
            </a:r>
          </a:p>
          <a:p>
            <a:r>
              <a:t>Step 5 — Google Gemini generates 6 reports in parallel (3 presenters × 2 languages)</a:t>
            </a:r>
          </a:p>
          <a:p>
            <a:r>
              <a:t>Step 6 — Edge-TTS creates 6 MP3 files (one per report)</a:t>
            </a:r>
          </a:p>
          <a:p>
            <a:r>
              <a:t>Step 7 — Reports and audio saved to MongoDB, served via React frontend</a:t>
            </a:r>
          </a:p>
          <a:p>
            <a:r>
              <a:t>Performance: reduced from ~90 seconds (serial) to ~15 seconds (parallel)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6-model Gemini fallback chain: 2.5-flash-preview → 2.5-flash → 2.0-flash → 1.5-flash-8b</a:t>
            </a:r>
          </a:p>
          <a:p>
            <a:r>
              <a:rPr dirty="0"/>
              <a:t>Template fallback — always generates a report even without API quota</a:t>
            </a:r>
          </a:p>
          <a:p>
            <a:r>
              <a:rPr dirty="0"/>
              <a:t>Bilingual: German + English simultaneously (6 total reports per generation)</a:t>
            </a:r>
          </a:p>
          <a:p>
            <a:r>
              <a:rPr dirty="0"/>
              <a:t>MongoDB 20-minute cache — skips Gemini entirely on repeat requests</a:t>
            </a:r>
          </a:p>
          <a:p>
            <a:r>
              <a:rPr dirty="0"/>
              <a:t>90-day rolling weather history per postal code</a:t>
            </a:r>
          </a:p>
          <a:p>
            <a:r>
              <a:rPr dirty="0"/>
              <a:t>APScheduler — auto-regenerates reports for saved locations every hour</a:t>
            </a:r>
          </a:p>
          <a:p>
            <a:r>
              <a:rPr dirty="0"/>
              <a:t>JWT Authentication — register, login, 30-day token, user profiles</a:t>
            </a:r>
          </a:p>
          <a:p>
            <a:r>
              <a:rPr dirty="0"/>
              <a:t>Activity tracking — logs every search with city, hobbies, and timestamp</a:t>
            </a:r>
          </a:p>
          <a:p>
            <a:r>
              <a:rPr dirty="0"/>
              <a:t>Mobile-responsive — hamburger navigation drawer at 640px breakpoint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Backend:   FastAPI + Python 3.11 + Uvicorn</a:t>
            </a:r>
          </a:p>
          <a:p>
            <a:r>
              <a:t>AI:        Google Gemini via google-genai 2.8.0 (6-model fallback)</a:t>
            </a:r>
          </a:p>
          <a:p>
            <a:r>
              <a:t>Frontend:  React 18 + TypeScript + Vite 6</a:t>
            </a:r>
          </a:p>
          <a:p>
            <a:r>
              <a:t>Database:  MongoDB Atlas M0 + pymongo 4.7.3 (6 collections)</a:t>
            </a:r>
          </a:p>
          <a:p>
            <a:r>
              <a:t>TTS:       Microsoft Edge-TTS (neural voices, DE + EN)</a:t>
            </a:r>
          </a:p>
          <a:p>
            <a:r>
              <a:t>Auth:      JWT (PyJWT) + bcrypt — no passlib dependency</a:t>
            </a:r>
          </a:p>
          <a:p>
            <a:r>
              <a:t>Hosting:   HuggingFace Spaces — Vite build served via FastAPI StaticFiles</a:t>
            </a:r>
          </a:p>
          <a:p>
            <a:r>
              <a:t>Design:    German Bauhaus dark theme — gold / black / navy palette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Fenil Ramani — Project Lead</a:t>
            </a:r>
          </a:p>
          <a:p>
            <a:pPr lvl="1"/>
            <a:r>
              <a:t>  AI engine, prompt engineering, Context Engine, Edge-TTS, JWT auth, DB schema, deployment</a:t>
            </a:r>
          </a:p>
          <a:p>
            <a:endParaRPr/>
          </a:p>
          <a:p>
            <a:r>
              <a:t>Prasad Rajyguru — Frontend Engineer</a:t>
            </a:r>
          </a:p>
          <a:p>
            <a:pPr lvl="1"/>
            <a:r>
              <a:t>  React dashboard, Bauhaus design, mascot presenter UI, audio player, mobile nav</a:t>
            </a:r>
          </a:p>
          <a:p>
            <a:endParaRPr/>
          </a:p>
          <a:p>
            <a:r>
              <a:t>Shubham Kushwaha — Backend Engineer</a:t>
            </a:r>
          </a:p>
          <a:p>
            <a:pPr lvl="1"/>
            <a:r>
              <a:t>  FastAPI REST API (15 endpoints), OpenWeather pipeline, APScheduler, MongoDB CRUD</a:t>
            </a:r>
          </a:p>
          <a:p>
            <a:endParaRPr/>
          </a:p>
          <a:p>
            <a:r>
              <a:t>Integration: Fenil coordinated endpoint contracts and schema with both Prasad and Shubham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Status: LIVE on </a:t>
            </a:r>
            <a:r>
              <a:rPr dirty="0" err="1"/>
              <a:t>HuggingFace</a:t>
            </a:r>
            <a:r>
              <a:rPr dirty="0"/>
              <a:t> Spaces</a:t>
            </a:r>
          </a:p>
          <a:p>
            <a:r>
              <a:rPr dirty="0"/>
              <a:t>Core pipeline: 100% complete</a:t>
            </a:r>
          </a:p>
          <a:p>
            <a:r>
              <a:rPr dirty="0"/>
              <a:t>Completed: Bilingual AI reports, parallel generation, JWT auth, activity tracking, mobile UI</a:t>
            </a:r>
          </a:p>
          <a:p>
            <a:r>
              <a:rPr dirty="0"/>
              <a:t>Completed: 6-model Gemini fallback, MongoDB caching, APScheduler, </a:t>
            </a:r>
            <a:r>
              <a:rPr dirty="0" err="1"/>
              <a:t>HuggingFace</a:t>
            </a:r>
            <a:r>
              <a:rPr dirty="0"/>
              <a:t> deployment</a:t>
            </a:r>
          </a:p>
          <a:p>
            <a:endParaRPr dirty="0"/>
          </a:p>
          <a:p>
            <a:r>
              <a:rPr dirty="0"/>
              <a:t>Remaining — J</a:t>
            </a:r>
            <a:r>
              <a:rPr lang="en-US" dirty="0"/>
              <a:t>une</a:t>
            </a:r>
            <a:r>
              <a:rPr dirty="0"/>
              <a:t> 2026:</a:t>
            </a:r>
          </a:p>
          <a:p>
            <a:r>
              <a:rPr dirty="0"/>
              <a:t>  Final QA and testing across all features</a:t>
            </a:r>
          </a:p>
          <a:p>
            <a:r>
              <a:rPr dirty="0"/>
              <a:t>  Documentation completion</a:t>
            </a:r>
          </a:p>
          <a:p>
            <a:r>
              <a:rPr dirty="0"/>
              <a:t>  Final submission and live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t>WEATHER-FISH  |  OTH Amberg-Weiden  |  Summer 2026</a:t>
            </a:r>
          </a:p>
          <a:p>
            <a:endParaRPr/>
          </a:p>
          <a:p>
            <a:r>
              <a:t>Fenil Ramani   |   Prasad Rajyguru   |   Shubham Kushwaha</a:t>
            </a:r>
          </a:p>
          <a:p>
            <a:endParaRPr/>
          </a:p>
          <a:p>
            <a:r>
              <a:t>AI Tool Disclosure: Claude (Anthropic) was used for code implementation and debugging. All AI-generated code was reviewed and integrated by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577</Words>
  <Application>Microsoft Office PowerPoint</Application>
  <PresentationFormat>On-screen Show (4:3)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WEATHER-FISH</vt:lpstr>
      <vt:lpstr>WEATHER-FISH</vt:lpstr>
      <vt:lpstr>How It Works — Pipeline</vt:lpstr>
      <vt:lpstr>Key Features</vt:lpstr>
      <vt:lpstr>Tech Stack</vt:lpstr>
      <vt:lpstr>Team Contributions</vt:lpstr>
      <vt:lpstr>Project Status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Fenil Ramani</cp:lastModifiedBy>
  <cp:revision>2</cp:revision>
  <dcterms:created xsi:type="dcterms:W3CDTF">2013-01-27T09:14:16Z</dcterms:created>
  <dcterms:modified xsi:type="dcterms:W3CDTF">2026-06-19T15:21:14Z</dcterms:modified>
  <cp:category/>
</cp:coreProperties>
</file>